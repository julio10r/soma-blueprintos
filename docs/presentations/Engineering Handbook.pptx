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Engineering Handbook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SOMA BlueprintOS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Guia de arquitetura e desenvolvimento para engenheiros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ARQUITETURA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Modular Monolith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Um único deployable, dividido internamente em módulos.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Clean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Camadas Api, Application, Domain e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DDD pragmático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Regras de negócio concentradas no Domain, sem sobre-engenharia.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REGRAS DE ARQUITETURA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Módulos se comunicam apenas via Contracts.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Domain não referencia nenhuma outra camada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Nenhuma regra de negócio em Api ou Infrastructure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Estrutura alvo (/src/Apps, /BuildingBlocks, /Modules) ainda não adotada fisicamente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.NET 9, ASP.NET Core, C#.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Dados e Autenticação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SQL Server + Entity Framework Core; Microsoft Entra ID (planejado, Fase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Infraestrutura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Docker (ativo), Google Cloud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ORGANIZAÇÃO DO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INFRASTRUCTURE/API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Core concentra os contratos e modelos dos módulos já implementados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CONVENÇÕES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23494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52349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5234940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Inglês, PascalCase, prefixo I em interfaces, Result Pattern, ILogger, métodos até ~30 linhas.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188720"/>
            <a:ext cx="523494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5109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62572" y="1426464"/>
            <a:ext cx="52349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Governança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092" y="1947672"/>
            <a:ext cx="5234940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Documentação em português; proibido #region, Service Locator, SQL concatenado, dependências cíclicas.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ESTRUTURA DAS PASTAS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BACKEND/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.AI/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INFRASTRUCTURE/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dist/ é gerado pelo Publication Engine e não é versionado.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TESTES E QUALIDADE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167 testes unitários + 1 teste de integração, 100% passando, build sem warnings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AMBIENTE E DEPLOY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Ambiente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make up / make down / make status, via Docker Compose.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Deploy atual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Local, via infrastructure/docker/docker-compose.yml.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Reservado para escala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Terraform, Kubernetes, Nginx e observabilidade — ainda não implementados (Fase 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GIT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D8F3DC"/>
          </a:solidFill>
          <a:ln w="127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4D38"/>
                </a:solidFill>
                <a:latin typeface="DM Sans"/>
              </a:rPr>
              <a:t>main nunca recebe commit direto.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Todo trabalho parte de feature/, bugfix/, hotfix/ ou release/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Commits no formato tipo: descrição; todo PR contém objetivo, mudanças, impactos, testes e checklist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167 testes, 100% passando, build sem warnings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A base para o próximo módulo do BlueprintOS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