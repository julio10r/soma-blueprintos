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ditorial-desert-du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zzas-2154-mark-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0095" y="365760"/>
            <a:ext cx="914400" cy="2962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20624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Inter Tight"/>
              </a:rPr>
              <a:t>[ Título Master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98348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DM Sans"/>
              </a:rPr>
              <a:t>[ Subtítulo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5321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8E8E8"/>
                </a:solidFill>
                <a:latin typeface="DM Sans"/>
              </a:rPr>
              <a:t>[ Linha de apoio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[ SEÇÃO / 3 CARDS 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07592" y="1426464"/>
            <a:ext cx="24597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916"/>
                </a:solidFill>
                <a:latin typeface="Inter Tight"/>
              </a:rPr>
              <a:t>[ Título do Card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947672"/>
            <a:ext cx="2871216" cy="3374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6860"/>
                </a:solidFill>
                <a:latin typeface="DM Sans"/>
              </a:rPr>
              <a:t>[ Corpo do card em texto placeholder.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9943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10912" y="1426464"/>
            <a:ext cx="24597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916"/>
                </a:solidFill>
                <a:latin typeface="Inter Tight"/>
              </a:rPr>
              <a:t>[ Título do Card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2" y="1947672"/>
            <a:ext cx="2871216" cy="3374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6860"/>
                </a:solidFill>
                <a:latin typeface="DM Sans"/>
              </a:rPr>
              <a:t>[ Corpo do card em texto placeholder. 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0275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14232" y="1426464"/>
            <a:ext cx="24597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916"/>
                </a:solidFill>
                <a:latin typeface="Inter Tight"/>
              </a:rPr>
              <a:t>[ Título do Card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1947672"/>
            <a:ext cx="2871216" cy="3374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6860"/>
                </a:solidFill>
                <a:latin typeface="DM Sans"/>
              </a:rPr>
              <a:t>[ Corpo do card em texto placeholder. 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[ CONTEÚDO / NOTICE + LISTA 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43000"/>
            <a:ext cx="10881360" cy="82296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 w="12700">
            <a:solidFill>
              <a:srgbClr val="E09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332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7A5A20"/>
                </a:solidFill>
                <a:latin typeface="DM Sans"/>
              </a:rPr>
              <a:t>[ Texto de destaque / notice box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96012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64"/>
              </a:spcAft>
            </a:pPr>
            <a:r>
              <a:rPr sz="1500">
                <a:solidFill>
                  <a:srgbClr val="6B6860"/>
                </a:solidFill>
                <a:latin typeface="DM Sans"/>
              </a:rPr>
              <a:t>•  [ Bullet 1 ]</a:t>
            </a:r>
          </a:p>
          <a:p>
            <a:pPr>
              <a:spcAft>
                <a:spcPts val="864"/>
              </a:spcAft>
            </a:pPr>
            <a:r>
              <a:rPr sz="1500">
                <a:solidFill>
                  <a:srgbClr val="6B6860"/>
                </a:solidFill>
                <a:latin typeface="DM Sans"/>
              </a:rPr>
              <a:t>•  [ Bullet 2 ]</a:t>
            </a:r>
          </a:p>
          <a:p>
            <a:pPr>
              <a:spcAft>
                <a:spcPts val="864"/>
              </a:spcAft>
            </a:pPr>
            <a:r>
              <a:rPr sz="1500">
                <a:solidFill>
                  <a:srgbClr val="6B6860"/>
                </a:solidFill>
                <a:latin typeface="DM Sans"/>
              </a:rPr>
              <a:t>•  [ Bullet 3 ]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[ TIMELINE 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222504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280160"/>
            <a:ext cx="207873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[ MARCO 1 ]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65120" y="1280160"/>
            <a:ext cx="320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85160" y="1280160"/>
            <a:ext cx="222504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58312" y="1280160"/>
            <a:ext cx="207873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[ MARCO 2 ]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10200" y="1280160"/>
            <a:ext cx="320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30240" y="1280160"/>
            <a:ext cx="222504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3392" y="1280160"/>
            <a:ext cx="207873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[ MARCO 3 ]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43200"/>
            <a:ext cx="1005840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64"/>
              </a:spcAft>
            </a:pPr>
            <a:r>
              <a:rPr sz="1400">
                <a:solidFill>
                  <a:srgbClr val="6B6860"/>
                </a:solidFill>
                <a:latin typeface="DM Sans"/>
              </a:rPr>
              <a:t>•  [ Texto de apoio da timeline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[ ARQUITETURA 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216027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463040"/>
            <a:ext cx="201396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[ ETAPA 1 ]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00350" y="1463040"/>
            <a:ext cx="320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20390" y="1463040"/>
            <a:ext cx="216027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93542" y="1463040"/>
            <a:ext cx="201396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[ ETAPA 2 ]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80660" y="1463040"/>
            <a:ext cx="320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00700" y="1463040"/>
            <a:ext cx="216027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73852" y="1463040"/>
            <a:ext cx="201396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[ ETAPA 3 ]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60970" y="1463040"/>
            <a:ext cx="320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1010" y="1463040"/>
            <a:ext cx="216027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4162" y="1463040"/>
            <a:ext cx="201396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[ ETAPA 4 ]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651760"/>
            <a:ext cx="102412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B6860"/>
                </a:solidFill>
                <a:latin typeface="DM Sans"/>
              </a:rPr>
              <a:t>[ Texto explicativo de arquitetura placeholder.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vement-bw-diptych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umo-a-2154-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495" y="1097280"/>
            <a:ext cx="4389120" cy="14007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377440"/>
            <a:ext cx="10241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Inter Tight"/>
              </a:rPr>
              <a:t>[ Mensagem de encerramento em destaque ]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069080"/>
            <a:ext cx="27432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429768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E8E8E8"/>
                </a:solidFill>
                <a:latin typeface="DM Sans"/>
              </a:rPr>
              <a:t>[ Linha de apoio final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