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ditorial-desert-du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zzas-2154-mark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[ Título Master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[ Subtítulo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[ Linha de apoio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SEÇÃO / 3 CARDS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[ Título do Card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[ Corpo do card em texto placeholder.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CONTEÚDO / NOTICE + LISTA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[ Texto de destaque / notice box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1 ]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2 ]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[ Bullet 3 ]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TIMELINE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MARCO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[ Texto de apoio da timeline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[ ARQUITETURA ]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1 ]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2 ]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3 ]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[ ETAPA 4 ]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[ Texto explicativo de arquitetura placeholder.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vement-bw-diptych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mo-a-2154-water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[ Mensagem de encerramento em destaque 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[ Linha de apoio final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